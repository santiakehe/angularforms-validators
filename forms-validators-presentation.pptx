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10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02" r:id="rId5"/>
  </p:sldMasterIdLst>
  <p:notesMasterIdLst>
    <p:notesMasterId r:id="rId71"/>
  </p:notesMasterIdLst>
  <p:sldIdLst>
    <p:sldId id="257" r:id="rId6"/>
    <p:sldId id="258" r:id="rId9"/>
    <p:sldId id="272" r:id="rId28"/>
    <p:sldId id="273" r:id="rId29"/>
    <p:sldId id="274" r:id="rId30"/>
    <p:sldId id="275" r:id="rId31"/>
    <p:sldId id="276" r:id="rId32"/>
    <p:sldId id="271" r:id="rId85"/>
  </p:sldIdLst>
  <p:sldSz cx="12192000" cy="6858000"/>
  <p:notesSz cx="6858000" cy="9144000"/>
  <p:custDataLst>
    <p:tags r:id="rId7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s Slides" id="{851A8D94-2434-DB45-9D18-96C6EEB70ED5}">
          <p14:sldIdLst>
            <p14:sldId id="257"/>
            <p14:sldId id="2147479739"/>
            <p14:sldId id="2147479735"/>
            <p14:sldId id="2147479736"/>
            <p14:sldId id="2147479741"/>
            <p14:sldId id="2147479742"/>
            <p14:sldId id="2147479743"/>
            <p14:sldId id="2147479809"/>
            <p14:sldId id="386"/>
            <p14:sldId id="378"/>
            <p14:sldId id="2147479787"/>
            <p14:sldId id="380"/>
            <p14:sldId id="2147479798"/>
            <p14:sldId id="2147479746"/>
            <p14:sldId id="2147479747"/>
            <p14:sldId id="2147479748"/>
            <p14:sldId id="2147479781"/>
            <p14:sldId id="2147479782"/>
            <p14:sldId id="2147479783"/>
            <p14:sldId id="2147479784"/>
            <p14:sldId id="2147479785"/>
            <p14:sldId id="2147479786"/>
            <p14:sldId id="2147479788"/>
            <p14:sldId id="2147479749"/>
            <p14:sldId id="2147479751"/>
            <p14:sldId id="2147479752"/>
            <p14:sldId id="2147479753"/>
            <p14:sldId id="2147479754"/>
            <p14:sldId id="2147479755"/>
            <p14:sldId id="2147479790"/>
            <p14:sldId id="2147479756"/>
            <p14:sldId id="2147479795"/>
            <p14:sldId id="2147479793"/>
            <p14:sldId id="2147479759"/>
            <p14:sldId id="2147479760"/>
            <p14:sldId id="2147479761"/>
            <p14:sldId id="2147479762"/>
            <p14:sldId id="2147479763"/>
            <p14:sldId id="2147479764"/>
            <p14:sldId id="2147479765"/>
            <p14:sldId id="2147479766"/>
            <p14:sldId id="390"/>
            <p14:sldId id="405"/>
            <p14:sldId id="2147479796"/>
            <p14:sldId id="2147479797"/>
            <p14:sldId id="2147479772"/>
            <p14:sldId id="2147479768"/>
            <p14:sldId id="2147479810"/>
          </p14:sldIdLst>
        </p14:section>
        <p14:section name="Reference Slides" id="{2D87779E-512F-E246-90AE-DE1CD1CF736E}">
          <p14:sldIdLst>
            <p14:sldId id="2147479770"/>
            <p14:sldId id="2147479771"/>
          </p14:sldIdLst>
        </p14:section>
        <p14:section name="Tech Specific" id="{8D7F4F6A-E35E-EC49-A304-01CD2154809E}">
          <p14:sldIdLst>
            <p14:sldId id="375"/>
            <p14:sldId id="2147479745"/>
            <p14:sldId id="2147479777"/>
            <p14:sldId id="2147479799"/>
            <p14:sldId id="2147479801"/>
            <p14:sldId id="2147479803"/>
            <p14:sldId id="2147479805"/>
            <p14:sldId id="2147479806"/>
            <p14:sldId id="2147479807"/>
            <p14:sldId id="2147479808"/>
            <p14:sldId id="2147479778"/>
            <p14:sldId id="2147479780"/>
            <p14:sldId id="2147479773"/>
            <p14:sldId id="2147479775"/>
            <p14:sldId id="21474797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en Ryder" initials="ER" lastIdx="110" clrIdx="0">
    <p:extLst>
      <p:ext uri="{19B8F6BF-5375-455C-9EA6-DF929625EA0E}">
        <p15:presenceInfo xmlns:p15="http://schemas.microsoft.com/office/powerpoint/2012/main" userId="S::eryder@northhighland.com::71b2c24c-e018-48ae-b256-25489b0ba5bf" providerId="AD"/>
      </p:ext>
    </p:extLst>
  </p:cmAuthor>
  <p:cmAuthor id="2" name="Jaz Isherwood" initials="JI" lastIdx="4" clrIdx="1">
    <p:extLst>
      <p:ext uri="{19B8F6BF-5375-455C-9EA6-DF929625EA0E}">
        <p15:presenceInfo xmlns:p15="http://schemas.microsoft.com/office/powerpoint/2012/main" userId="S::jaz@buffalo7.co.uk::813c7b5b-a420-4f97-bfcb-8279fdd0a7f6" providerId="AD"/>
      </p:ext>
    </p:extLst>
  </p:cmAuthor>
  <p:cmAuthor id="3" name="Gemma Ruggiero" initials="GR" lastIdx="9" clrIdx="2">
    <p:extLst>
      <p:ext uri="{19B8F6BF-5375-455C-9EA6-DF929625EA0E}">
        <p15:presenceInfo xmlns:p15="http://schemas.microsoft.com/office/powerpoint/2012/main" userId="S::gruggiero@northhighland.com::c5dd7579-3a18-46f1-a3b8-4acf577c2138" providerId="AD"/>
      </p:ext>
    </p:extLst>
  </p:cmAuthor>
  <p:cmAuthor id="4" name="Lauren Doyle" initials="LD" lastIdx="9" clrIdx="3">
    <p:extLst>
      <p:ext uri="{19B8F6BF-5375-455C-9EA6-DF929625EA0E}">
        <p15:presenceInfo xmlns:p15="http://schemas.microsoft.com/office/powerpoint/2012/main" userId="S::ldoyle@northhighland.com::249bdbdb-e258-4f3f-9ee2-3b25d84cbc2d" providerId="AD"/>
      </p:ext>
    </p:extLst>
  </p:cmAuthor>
  <p:cmAuthor id="5" name="James Taylor" initials="JT" lastIdx="6" clrIdx="4">
    <p:extLst>
      <p:ext uri="{19B8F6BF-5375-455C-9EA6-DF929625EA0E}">
        <p15:presenceInfo xmlns:p15="http://schemas.microsoft.com/office/powerpoint/2012/main" userId="James Tayl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72"/>
    <a:srgbClr val="F2F2F2"/>
    <a:srgbClr val="FF99FF"/>
    <a:srgbClr val="E2E2E3"/>
    <a:srgbClr val="FFFFFF"/>
    <a:srgbClr val="D1D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4"/>
    <p:restoredTop sz="94694"/>
  </p:normalViewPr>
  <p:slideViewPr>
    <p:cSldViewPr snapToGrid="0">
      <p:cViewPr varScale="1">
        <p:scale>
          <a:sx n="107" d="100"/>
          <a:sy n="107" d="100"/>
        </p:scale>
        <p:origin x="15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9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71" Type="http://schemas.openxmlformats.org/officeDocument/2006/relationships/notesMaster" Target="notesMasters/notesMaster1.xml"/><Relationship Id="rId72" Type="http://schemas.openxmlformats.org/officeDocument/2006/relationships/tags" Target="tags/tag1.xml"/><Relationship Id="rId73" Type="http://schemas.openxmlformats.org/officeDocument/2006/relationships/commentAuthors" Target="commentAuthors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8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FCC65-733F-4AB5-8DC8-887DD1F48D2A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97292-9D48-44EE-BB70-4CA92DB916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37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5F3498-F81E-497D-9F70-63BF9757D89A}"/>
              </a:ext>
            </a:extLst>
          </p:cNvPr>
          <p:cNvSpPr/>
          <p:nvPr userDrawn="1"/>
        </p:nvSpPr>
        <p:spPr>
          <a:xfrm>
            <a:off x="223837" y="223838"/>
            <a:ext cx="11744325" cy="6410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B541B-85E0-AFE7-D257-AEA0563E26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6355" y="1851050"/>
            <a:ext cx="7300913" cy="6675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0E1418-D76B-4E7B-BC2C-A4D67CDE8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1053" y="3294903"/>
            <a:ext cx="4729893" cy="115043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F96C7E-A230-4E41-A33A-464FDE2C3BF4}"/>
              </a:ext>
            </a:extLst>
          </p:cNvPr>
          <p:cNvCxnSpPr>
            <a:cxnSpLocks/>
          </p:cNvCxnSpPr>
          <p:nvPr userDrawn="1"/>
        </p:nvCxnSpPr>
        <p:spPr>
          <a:xfrm>
            <a:off x="5011737" y="3120602"/>
            <a:ext cx="21685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6DF050-5AB5-4E70-8586-22A0EF2AFAC3}"/>
              </a:ext>
            </a:extLst>
          </p:cNvPr>
          <p:cNvCxnSpPr>
            <a:cxnSpLocks/>
          </p:cNvCxnSpPr>
          <p:nvPr userDrawn="1"/>
        </p:nvCxnSpPr>
        <p:spPr>
          <a:xfrm>
            <a:off x="5011737" y="5089525"/>
            <a:ext cx="21685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0">
            <a:extLst>
              <a:ext uri="{FF2B5EF4-FFF2-40B4-BE49-F238E27FC236}">
                <a16:creationId xmlns:a16="http://schemas.microsoft.com/office/drawing/2014/main" id="{D1B83F29-DE41-495B-B621-B30DF118F2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1053" y="4523589"/>
            <a:ext cx="4729893" cy="391636"/>
          </a:xfr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24D5AD-917A-4F9F-A658-410CC9745FE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31056" y="5263825"/>
            <a:ext cx="4729890" cy="1175073"/>
          </a:xfrm>
          <a:noFill/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client logo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D9B9F-A687-42F2-A95E-3E9253BFCA79}"/>
              </a:ext>
            </a:extLst>
          </p:cNvPr>
          <p:cNvSpPr txBox="1"/>
          <p:nvPr userDrawn="1"/>
        </p:nvSpPr>
        <p:spPr>
          <a:xfrm>
            <a:off x="3152775" y="6636545"/>
            <a:ext cx="5886450" cy="22383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noProof="0">
                <a:solidFill>
                  <a:schemeClr val="accent1"/>
                </a:solidFill>
              </a:rPr>
              <a:t>North Highland ® is a registered service mark of The North Highland Company</a:t>
            </a:r>
          </a:p>
        </p:txBody>
      </p:sp>
    </p:spTree>
    <p:extLst>
      <p:ext uri="{BB962C8B-B14F-4D97-AF65-F5344CB8AC3E}">
        <p14:creationId xmlns:p14="http://schemas.microsoft.com/office/powerpoint/2010/main" val="228188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5F3498-F81E-497D-9F70-63BF9757D89A}"/>
              </a:ext>
            </a:extLst>
          </p:cNvPr>
          <p:cNvSpPr/>
          <p:nvPr userDrawn="1"/>
        </p:nvSpPr>
        <p:spPr>
          <a:xfrm>
            <a:off x="223838" y="223838"/>
            <a:ext cx="5264150" cy="641032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4" name="Picture 3" descr="A black and white logo  AI-generated content may be incorrect.">
            <a:extLst>
              <a:ext uri="{FF2B5EF4-FFF2-40B4-BE49-F238E27FC236}">
                <a16:creationId xmlns:a16="http://schemas.microsoft.com/office/drawing/2014/main" id="{522BD48A-F087-D314-5C42-4817406403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558" y="1409699"/>
            <a:ext cx="2576988" cy="1106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0E1418-D76B-4E7B-BC2C-A4D67CDE8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967" y="3668093"/>
            <a:ext cx="4729893" cy="77724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title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E3D61A-33AF-494A-9398-1495BB046A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1826" y="223838"/>
            <a:ext cx="6256337" cy="6410326"/>
          </a:xfr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to insert image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F96C7E-A230-4E41-A33A-464FDE2C3BF4}"/>
              </a:ext>
            </a:extLst>
          </p:cNvPr>
          <p:cNvCxnSpPr>
            <a:cxnSpLocks/>
          </p:cNvCxnSpPr>
          <p:nvPr userDrawn="1"/>
        </p:nvCxnSpPr>
        <p:spPr>
          <a:xfrm>
            <a:off x="1771651" y="3432175"/>
            <a:ext cx="21685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6DF050-5AB5-4E70-8586-22A0EF2AFAC3}"/>
              </a:ext>
            </a:extLst>
          </p:cNvPr>
          <p:cNvCxnSpPr>
            <a:cxnSpLocks/>
          </p:cNvCxnSpPr>
          <p:nvPr userDrawn="1"/>
        </p:nvCxnSpPr>
        <p:spPr>
          <a:xfrm>
            <a:off x="1771651" y="5089525"/>
            <a:ext cx="21685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40">
            <a:extLst>
              <a:ext uri="{FF2B5EF4-FFF2-40B4-BE49-F238E27FC236}">
                <a16:creationId xmlns:a16="http://schemas.microsoft.com/office/drawing/2014/main" id="{9BDB2365-5668-477D-AD3C-E7EE83EF97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966" y="4523589"/>
            <a:ext cx="4729893" cy="391636"/>
          </a:xfr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D00BAEC-B31E-47C1-B555-51F866E5FFA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90968" y="5263825"/>
            <a:ext cx="4729890" cy="1175073"/>
          </a:xfrm>
          <a:noFill/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client logo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72682-E725-41E2-B942-8634C41D9A2A}"/>
              </a:ext>
            </a:extLst>
          </p:cNvPr>
          <p:cNvSpPr txBox="1"/>
          <p:nvPr userDrawn="1"/>
        </p:nvSpPr>
        <p:spPr>
          <a:xfrm>
            <a:off x="-87312" y="6636545"/>
            <a:ext cx="5886450" cy="22383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noProof="0">
                <a:solidFill>
                  <a:schemeClr val="accent1"/>
                </a:solidFill>
              </a:rPr>
              <a:t>North Highland ® is a registered service mark of The North Highland Company</a:t>
            </a:r>
          </a:p>
        </p:txBody>
      </p:sp>
    </p:spTree>
    <p:extLst>
      <p:ext uri="{BB962C8B-B14F-4D97-AF65-F5344CB8AC3E}">
        <p14:creationId xmlns:p14="http://schemas.microsoft.com/office/powerpoint/2010/main" val="218847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BEEC40AA-06E6-46E1-AB9F-4A9D1A5D0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7275" y="1647825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A9A0185F-C331-4058-94E1-FB494C3A7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2567" y="2681497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2D6D52CA-A361-4108-BD94-C7147401A5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67859" y="3715169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C66BABA8-6B47-4A61-A557-3D01C13427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3151" y="4748841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53" name="Text Placeholder 24">
            <a:extLst>
              <a:ext uri="{FF2B5EF4-FFF2-40B4-BE49-F238E27FC236}">
                <a16:creationId xmlns:a16="http://schemas.microsoft.com/office/drawing/2014/main" id="{08CCEAF6-101E-474F-A720-66AECA753E0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02915" y="1647825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58" name="Text Placeholder 24">
            <a:extLst>
              <a:ext uri="{FF2B5EF4-FFF2-40B4-BE49-F238E27FC236}">
                <a16:creationId xmlns:a16="http://schemas.microsoft.com/office/drawing/2014/main" id="{3452560D-6407-4FD1-B222-20DFCC42CE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08207" y="2681497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3" name="Text Placeholder 24">
            <a:extLst>
              <a:ext uri="{FF2B5EF4-FFF2-40B4-BE49-F238E27FC236}">
                <a16:creationId xmlns:a16="http://schemas.microsoft.com/office/drawing/2014/main" id="{548D60A6-3D0F-44BE-B177-DEA2F44043E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13499" y="3715169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8" name="Text Placeholder 24">
            <a:extLst>
              <a:ext uri="{FF2B5EF4-FFF2-40B4-BE49-F238E27FC236}">
                <a16:creationId xmlns:a16="http://schemas.microsoft.com/office/drawing/2014/main" id="{550FFB2D-A7BE-4984-95DE-9124B7C209F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418791" y="4748841"/>
            <a:ext cx="4700058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AC8C82C-D84E-4CFF-BB7B-A023E3A25C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7275" y="1647825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2" name="Text Placeholder 40">
            <a:extLst>
              <a:ext uri="{FF2B5EF4-FFF2-40B4-BE49-F238E27FC236}">
                <a16:creationId xmlns:a16="http://schemas.microsoft.com/office/drawing/2014/main" id="{35276C2A-D92A-4C32-85DD-4046FF3359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8803" y="1702697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4650972-8F75-4BB3-96AB-ECAF3FDCB6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48803" y="1950510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547F3904-17D1-4EA7-8D04-A9B694AB4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2567" y="2681497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9" name="Text Placeholder 40">
            <a:extLst>
              <a:ext uri="{FF2B5EF4-FFF2-40B4-BE49-F238E27FC236}">
                <a16:creationId xmlns:a16="http://schemas.microsoft.com/office/drawing/2014/main" id="{51FFCCEE-CF6F-4A7E-AA92-B51CCE8B82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54095" y="2736369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C7A3A28-B4CA-4DD6-9940-13AD5D51E0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54095" y="2984182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AB169EF8-6482-44FC-A94A-161553E2C8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67859" y="3715169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09254137-DFDE-4223-BE81-261DA11625F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59387" y="3770041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45" name="Text Placeholder 34">
            <a:extLst>
              <a:ext uri="{FF2B5EF4-FFF2-40B4-BE49-F238E27FC236}">
                <a16:creationId xmlns:a16="http://schemas.microsoft.com/office/drawing/2014/main" id="{91892391-6590-4E72-B89A-C437C6583A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59387" y="4017854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C85C3947-9A9A-4348-BAB9-B5EC2D7C5FB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3151" y="4748841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66E56B8B-97CA-494E-8D50-7FE9FB33D2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64679" y="4803713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50" name="Text Placeholder 34">
            <a:extLst>
              <a:ext uri="{FF2B5EF4-FFF2-40B4-BE49-F238E27FC236}">
                <a16:creationId xmlns:a16="http://schemas.microsoft.com/office/drawing/2014/main" id="{20A44A23-27C1-4DDC-9651-67FD9BEE68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64679" y="5051526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FC1018ED-EA2D-4699-8CDF-421605AD87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02915" y="1647825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4" name="Text Placeholder 40">
            <a:extLst>
              <a:ext uri="{FF2B5EF4-FFF2-40B4-BE49-F238E27FC236}">
                <a16:creationId xmlns:a16="http://schemas.microsoft.com/office/drawing/2014/main" id="{9D64C149-E82C-43EE-8733-E2A8EE4B4DF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94443" y="1702697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55" name="Text Placeholder 34">
            <a:extLst>
              <a:ext uri="{FF2B5EF4-FFF2-40B4-BE49-F238E27FC236}">
                <a16:creationId xmlns:a16="http://schemas.microsoft.com/office/drawing/2014/main" id="{D2E4DB72-96AF-41F7-9458-12B29D5DB83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94443" y="1950510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C1305558-80E0-4F65-87E6-6E351186D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08207" y="2681497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9" name="Text Placeholder 40">
            <a:extLst>
              <a:ext uri="{FF2B5EF4-FFF2-40B4-BE49-F238E27FC236}">
                <a16:creationId xmlns:a16="http://schemas.microsoft.com/office/drawing/2014/main" id="{D46D5A9E-81C0-4D2F-A846-CB8573C03EA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99735" y="2736369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60" name="Text Placeholder 34">
            <a:extLst>
              <a:ext uri="{FF2B5EF4-FFF2-40B4-BE49-F238E27FC236}">
                <a16:creationId xmlns:a16="http://schemas.microsoft.com/office/drawing/2014/main" id="{54B80F2C-F0FD-4E25-811A-9283D82DAF5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99735" y="2984182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" name="Text Placeholder 24">
            <a:extLst>
              <a:ext uri="{FF2B5EF4-FFF2-40B4-BE49-F238E27FC236}">
                <a16:creationId xmlns:a16="http://schemas.microsoft.com/office/drawing/2014/main" id="{4739CDE3-6CE1-44C7-90CB-DF720300FF0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13499" y="3715169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64" name="Text Placeholder 40">
            <a:extLst>
              <a:ext uri="{FF2B5EF4-FFF2-40B4-BE49-F238E27FC236}">
                <a16:creationId xmlns:a16="http://schemas.microsoft.com/office/drawing/2014/main" id="{37EFE857-5A7B-4AC3-A29E-F91040E537D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205027" y="3770041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65" name="Text Placeholder 34">
            <a:extLst>
              <a:ext uri="{FF2B5EF4-FFF2-40B4-BE49-F238E27FC236}">
                <a16:creationId xmlns:a16="http://schemas.microsoft.com/office/drawing/2014/main" id="{DEA8EC19-2532-459D-8C73-11D0DCA049F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05027" y="4017854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6" name="Text Placeholder 24">
            <a:extLst>
              <a:ext uri="{FF2B5EF4-FFF2-40B4-BE49-F238E27FC236}">
                <a16:creationId xmlns:a16="http://schemas.microsoft.com/office/drawing/2014/main" id="{E6569E10-EA2E-4BDC-B764-706A0E49663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18791" y="4748841"/>
            <a:ext cx="742950" cy="742950"/>
          </a:xfr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69" name="Text Placeholder 40">
            <a:extLst>
              <a:ext uri="{FF2B5EF4-FFF2-40B4-BE49-F238E27FC236}">
                <a16:creationId xmlns:a16="http://schemas.microsoft.com/office/drawing/2014/main" id="{1F8463EB-6682-4227-8190-F841CF88C1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10319" y="4803713"/>
            <a:ext cx="3759200" cy="281890"/>
          </a:xfrm>
        </p:spPr>
        <p:txBody>
          <a:bodyPr anchor="ctr"/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insert section header</a:t>
            </a:r>
          </a:p>
        </p:txBody>
      </p:sp>
      <p:sp>
        <p:nvSpPr>
          <p:cNvPr id="70" name="Text Placeholder 34">
            <a:extLst>
              <a:ext uri="{FF2B5EF4-FFF2-40B4-BE49-F238E27FC236}">
                <a16:creationId xmlns:a16="http://schemas.microsoft.com/office/drawing/2014/main" id="{76615C5B-851D-4A47-A2E8-DF5D2AE25F0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10319" y="5051526"/>
            <a:ext cx="3759200" cy="4064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1" name="Text Placeholder 43">
            <a:extLst>
              <a:ext uri="{FF2B5EF4-FFF2-40B4-BE49-F238E27FC236}">
                <a16:creationId xmlns:a16="http://schemas.microsoft.com/office/drawing/2014/main" id="{4767FECE-C4CA-4341-80D8-D2242483D74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57275" y="1647824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2" name="Text Placeholder 43">
            <a:extLst>
              <a:ext uri="{FF2B5EF4-FFF2-40B4-BE49-F238E27FC236}">
                <a16:creationId xmlns:a16="http://schemas.microsoft.com/office/drawing/2014/main" id="{C9924F5D-0876-4D1F-82DD-769FBA139D9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62567" y="2681496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3" name="Text Placeholder 43">
            <a:extLst>
              <a:ext uri="{FF2B5EF4-FFF2-40B4-BE49-F238E27FC236}">
                <a16:creationId xmlns:a16="http://schemas.microsoft.com/office/drawing/2014/main" id="{5DAFA42B-9676-4425-A96B-3AF0CF6A660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67859" y="3715168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8D9F4510-6AED-4F85-BDB9-6ADA774303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3151" y="4748840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5" name="Text Placeholder 43">
            <a:extLst>
              <a:ext uri="{FF2B5EF4-FFF2-40B4-BE49-F238E27FC236}">
                <a16:creationId xmlns:a16="http://schemas.microsoft.com/office/drawing/2014/main" id="{46B18147-D536-4616-B040-5A1BF92DAF6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02915" y="1647824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6" name="Text Placeholder 43">
            <a:extLst>
              <a:ext uri="{FF2B5EF4-FFF2-40B4-BE49-F238E27FC236}">
                <a16:creationId xmlns:a16="http://schemas.microsoft.com/office/drawing/2014/main" id="{63ED5499-671D-4C2E-9698-525ABE5A770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408207" y="2681496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4000CFA9-E7D3-4D1E-B9A5-32C17F3A7A4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413499" y="3715168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78" name="Text Placeholder 43">
            <a:extLst>
              <a:ext uri="{FF2B5EF4-FFF2-40B4-BE49-F238E27FC236}">
                <a16:creationId xmlns:a16="http://schemas.microsoft.com/office/drawing/2014/main" id="{30DF7B2E-BC25-4EB1-9EE3-70B47B0B762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18791" y="4748840"/>
            <a:ext cx="138113" cy="138113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FA3EBE4F-1199-4BD2-A66F-8776B18CACEC}"/>
              </a:ext>
            </a:extLst>
          </p:cNvPr>
          <p:cNvSpPr/>
          <p:nvPr userDrawn="1"/>
        </p:nvSpPr>
        <p:spPr>
          <a:xfrm>
            <a:off x="325457" y="278027"/>
            <a:ext cx="11541086" cy="6154308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70C86-D09E-453A-B409-A44FEBAD9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9027" y="706279"/>
            <a:ext cx="10013946" cy="406241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title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7A539DE0-D129-4A17-B7CB-86D6AA49D7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457" y="6551607"/>
            <a:ext cx="1852404" cy="17145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397A108-4D30-4570-B351-8AA72F41DB25}"/>
              </a:ext>
            </a:extLst>
          </p:cNvPr>
          <p:cNvSpPr>
            <a:spLocks noGrp="1"/>
          </p:cNvSpPr>
          <p:nvPr>
            <p:ph type="ftr" sz="quarter" idx="61"/>
          </p:nvPr>
        </p:nvSpPr>
        <p:spPr>
          <a:xfrm>
            <a:off x="4600832" y="6509438"/>
            <a:ext cx="5216937" cy="263525"/>
          </a:xfrm>
          <a:prstGeom prst="rect">
            <a:avLst/>
          </a:prstGeom>
        </p:spPr>
        <p:txBody>
          <a:bodyPr/>
          <a:lstStyle/>
          <a:p>
            <a:endParaRPr lang="en-US" sz="600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4B1E00-CE78-4F1A-8490-8EDA579C2293}"/>
              </a:ext>
            </a:extLst>
          </p:cNvPr>
          <p:cNvSpPr>
            <a:spLocks noGrp="1"/>
          </p:cNvSpPr>
          <p:nvPr>
            <p:ph type="sldNum" sz="quarter" idx="62"/>
          </p:nvPr>
        </p:nvSpPr>
        <p:spPr>
          <a:xfrm>
            <a:off x="11522870" y="6514200"/>
            <a:ext cx="445293" cy="263525"/>
          </a:xfrm>
          <a:prstGeom prst="rect">
            <a:avLst/>
          </a:prstGeom>
        </p:spPr>
        <p:txBody>
          <a:bodyPr/>
          <a:lstStyle/>
          <a:p>
            <a:fld id="{5034EE70-12A8-400F-8E3D-398CDD8B31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826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4A90B-5B00-4ABB-A5F6-77E69F5B0E68}"/>
              </a:ext>
            </a:extLst>
          </p:cNvPr>
          <p:cNvSpPr/>
          <p:nvPr userDrawn="1"/>
        </p:nvSpPr>
        <p:spPr>
          <a:xfrm>
            <a:off x="325457" y="278027"/>
            <a:ext cx="5770543" cy="6154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31" name="Text Placeholder 40">
            <a:extLst>
              <a:ext uri="{FF2B5EF4-FFF2-40B4-BE49-F238E27FC236}">
                <a16:creationId xmlns:a16="http://schemas.microsoft.com/office/drawing/2014/main" id="{13F5135C-1559-4416-949F-5359B228CC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0059" y="1203325"/>
            <a:ext cx="4876595" cy="39163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F89B9E-08E3-4BC0-9C0C-CE6A2920D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60" y="706279"/>
            <a:ext cx="4876596" cy="406241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 AGENDA 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793B3B-AFC3-4727-A31A-52FA1647AA2B}"/>
              </a:ext>
            </a:extLst>
          </p:cNvPr>
          <p:cNvSpPr/>
          <p:nvPr userDrawn="1"/>
        </p:nvSpPr>
        <p:spPr>
          <a:xfrm>
            <a:off x="325457" y="278027"/>
            <a:ext cx="11541086" cy="6154308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E27E086-EB63-4D3E-9AE2-3493D64BE2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457" y="6551607"/>
            <a:ext cx="1852404" cy="1714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6DE6-6F1E-4847-B2C4-922638E791E4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4600832" y="6509438"/>
            <a:ext cx="5216937" cy="263525"/>
          </a:xfrm>
          <a:prstGeom prst="rect">
            <a:avLst/>
          </a:prstGeom>
        </p:spPr>
        <p:txBody>
          <a:bodyPr/>
          <a:lstStyle/>
          <a:p>
            <a:endParaRPr lang="en-US" sz="6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4B76-C711-47B1-8554-23C3A4D63E9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522870" y="6514200"/>
            <a:ext cx="445293" cy="263525"/>
          </a:xfrm>
          <a:prstGeom prst="rect">
            <a:avLst/>
          </a:prstGeom>
        </p:spPr>
        <p:txBody>
          <a:bodyPr/>
          <a:lstStyle/>
          <a:p>
            <a:fld id="{5034EE70-12A8-400F-8E3D-398CDD8B31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7787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023233-F6FC-4927-94AC-4F8681FC84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4625" y="1828800"/>
            <a:ext cx="6762750" cy="320040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6" name="Text Placeholder 43">
            <a:extLst>
              <a:ext uri="{FF2B5EF4-FFF2-40B4-BE49-F238E27FC236}">
                <a16:creationId xmlns:a16="http://schemas.microsoft.com/office/drawing/2014/main" id="{B71C1A23-9EDF-4C92-98F1-0130A7178B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14625" y="1828800"/>
            <a:ext cx="272115" cy="272115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F0621-2390-4957-AD47-60FDBAA34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8950" y="2232661"/>
            <a:ext cx="6134100" cy="2392678"/>
          </a:xfrm>
        </p:spPr>
        <p:txBody>
          <a:bodyPr anchor="ctr"/>
          <a:lstStyle>
            <a:lvl1pPr algn="ctr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section divider name</a:t>
            </a:r>
          </a:p>
        </p:txBody>
      </p:sp>
      <p:sp>
        <p:nvSpPr>
          <p:cNvPr id="22" name="Freeform: Shape 37">
            <a:extLst>
              <a:ext uri="{FF2B5EF4-FFF2-40B4-BE49-F238E27FC236}">
                <a16:creationId xmlns:a16="http://schemas.microsoft.com/office/drawing/2014/main" id="{55B3AC9A-9458-A4A6-90A2-58B4748F53FA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6EF84F80-A299-43A8-91F6-B4C88EC387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5600" y="86519"/>
            <a:ext cx="1540800" cy="274637"/>
          </a:xfrm>
          <a:solidFill>
            <a:schemeClr val="accent1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ctr">
              <a:defRPr sz="105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XX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53DFD9D-BFA2-24F6-E810-181EE40E0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3838" y="6586537"/>
            <a:ext cx="1900237" cy="173736"/>
          </a:xfrm>
          <a:prstGeom prst="rect">
            <a:avLst/>
          </a:prstGeom>
        </p:spPr>
      </p:pic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E644EBEB-7E76-74A4-D003-02060EC0F18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6A6BB3E0-7B64-CFB8-4E9C-3EB666AFE9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13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Tea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8ED64AC-E303-4EDC-90EC-34BB8306B4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023233-F6FC-4927-94AC-4F8681FC84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4625" y="1828800"/>
            <a:ext cx="6762750" cy="320040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6" name="Text Placeholder 43">
            <a:extLst>
              <a:ext uri="{FF2B5EF4-FFF2-40B4-BE49-F238E27FC236}">
                <a16:creationId xmlns:a16="http://schemas.microsoft.com/office/drawing/2014/main" id="{B71C1A23-9EDF-4C92-98F1-0130A7178B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14625" y="1828800"/>
            <a:ext cx="272115" cy="272115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F0621-2390-4957-AD47-60FDBAA34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8950" y="2232661"/>
            <a:ext cx="6134100" cy="2392678"/>
          </a:xfrm>
        </p:spPr>
        <p:txBody>
          <a:bodyPr anchor="ctr"/>
          <a:lstStyle>
            <a:lvl1pPr algn="ctr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section divider name</a:t>
            </a:r>
          </a:p>
        </p:txBody>
      </p:sp>
      <p:sp>
        <p:nvSpPr>
          <p:cNvPr id="3" name="Freeform: Shape 37">
            <a:extLst>
              <a:ext uri="{FF2B5EF4-FFF2-40B4-BE49-F238E27FC236}">
                <a16:creationId xmlns:a16="http://schemas.microsoft.com/office/drawing/2014/main" id="{0B640FE4-2938-13D4-EAFB-7E7B888BE84E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E4541DB-B9A7-600C-2694-08EC290C96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5600" y="86519"/>
            <a:ext cx="1540800" cy="274637"/>
          </a:xfrm>
          <a:solidFill>
            <a:schemeClr val="accent3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ctr">
              <a:defRPr sz="105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XX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2642B7-0F96-67C0-519D-007A5DC2AB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3838" y="6589252"/>
            <a:ext cx="1900237" cy="16830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6A44073-C303-5E6D-3DC8-6475A18F370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3F6052-2A45-7AE8-4320-981305CE6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55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023233-F6FC-4927-94AC-4F8681FC84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4625" y="1828800"/>
            <a:ext cx="6762750" cy="320040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6" name="Text Placeholder 43">
            <a:extLst>
              <a:ext uri="{FF2B5EF4-FFF2-40B4-BE49-F238E27FC236}">
                <a16:creationId xmlns:a16="http://schemas.microsoft.com/office/drawing/2014/main" id="{B71C1A23-9EDF-4C92-98F1-0130A7178B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14625" y="1828800"/>
            <a:ext cx="272115" cy="272115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F0621-2390-4957-AD47-60FDBAA34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8950" y="2232661"/>
            <a:ext cx="6134100" cy="2392678"/>
          </a:xfrm>
        </p:spPr>
        <p:txBody>
          <a:bodyPr anchor="ctr"/>
          <a:lstStyle>
            <a:lvl1pPr algn="ctr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section divider name</a:t>
            </a:r>
          </a:p>
        </p:txBody>
      </p:sp>
      <p:sp>
        <p:nvSpPr>
          <p:cNvPr id="4" name="Freeform: Shape 37">
            <a:extLst>
              <a:ext uri="{FF2B5EF4-FFF2-40B4-BE49-F238E27FC236}">
                <a16:creationId xmlns:a16="http://schemas.microsoft.com/office/drawing/2014/main" id="{59385986-3C78-351E-EB8C-47003B1E236A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E5868BB-4D9B-E632-581C-2EEEF913BE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5600" y="86519"/>
            <a:ext cx="1540800" cy="274637"/>
          </a:xfrm>
          <a:solidFill>
            <a:srgbClr val="6F6F7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ctr">
              <a:defRPr sz="105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XX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237582-46E7-AD31-5688-72126D44BB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3533" y="6589252"/>
            <a:ext cx="1840846" cy="1683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84305A-F183-8F9C-EE19-08DF2CECD97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C7CB59A-7762-1361-A7F2-222CF93940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5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023233-F6FC-4927-94AC-4F8681FC84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4625" y="1828800"/>
            <a:ext cx="6762750" cy="3200400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6" name="Text Placeholder 43">
            <a:extLst>
              <a:ext uri="{FF2B5EF4-FFF2-40B4-BE49-F238E27FC236}">
                <a16:creationId xmlns:a16="http://schemas.microsoft.com/office/drawing/2014/main" id="{B71C1A23-9EDF-4C92-98F1-0130A7178B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14625" y="1828800"/>
            <a:ext cx="272115" cy="272115"/>
          </a:xfrm>
          <a:custGeom>
            <a:avLst/>
            <a:gdLst>
              <a:gd name="connsiteX0" fmla="*/ 0 w 272115"/>
              <a:gd name="connsiteY0" fmla="*/ 0 h 272115"/>
              <a:gd name="connsiteX1" fmla="*/ 272115 w 272115"/>
              <a:gd name="connsiteY1" fmla="*/ 0 h 272115"/>
              <a:gd name="connsiteX2" fmla="*/ 0 w 272115"/>
              <a:gd name="connsiteY2" fmla="*/ 272115 h 27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115" h="272115">
                <a:moveTo>
                  <a:pt x="0" y="0"/>
                </a:moveTo>
                <a:lnTo>
                  <a:pt x="272115" y="0"/>
                </a:lnTo>
                <a:lnTo>
                  <a:pt x="0" y="2721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F0621-2390-4957-AD47-60FDBAA34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8950" y="2232661"/>
            <a:ext cx="6134100" cy="2392678"/>
          </a:xfrm>
        </p:spPr>
        <p:txBody>
          <a:bodyPr anchor="ctr"/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section divider name</a:t>
            </a:r>
          </a:p>
        </p:txBody>
      </p:sp>
      <p:sp>
        <p:nvSpPr>
          <p:cNvPr id="4" name="Freeform: Shape 37">
            <a:extLst>
              <a:ext uri="{FF2B5EF4-FFF2-40B4-BE49-F238E27FC236}">
                <a16:creationId xmlns:a16="http://schemas.microsoft.com/office/drawing/2014/main" id="{4481B643-A8CE-C433-6296-24D382AD3808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BB45303-14D3-9566-4526-7F235E082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5600" y="86519"/>
            <a:ext cx="1540800" cy="274637"/>
          </a:xfr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ctr">
              <a:defRPr sz="105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XX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461183-9D9A-F844-ECE1-00B3A7CFC9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3533" y="6589252"/>
            <a:ext cx="1840846" cy="1683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4AA360-54CB-85D2-A3F5-2220E6B32AB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4166C57-9AD1-DB54-A19F-679E5A2048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ABEBF0-3314-4C2A-86F5-9CA722EE93FC}"/>
              </a:ext>
            </a:extLst>
          </p:cNvPr>
          <p:cNvSpPr/>
          <p:nvPr userDrawn="1"/>
        </p:nvSpPr>
        <p:spPr>
          <a:xfrm>
            <a:off x="223838" y="223838"/>
            <a:ext cx="5264150" cy="641032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9E98B76F-3738-4377-9388-B088B64BD2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1826" y="223838"/>
            <a:ext cx="6256337" cy="6410326"/>
          </a:xfr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EE252-23D8-452C-8D38-815FDD13D4C4}"/>
              </a:ext>
            </a:extLst>
          </p:cNvPr>
          <p:cNvSpPr txBox="1"/>
          <p:nvPr userDrawn="1"/>
        </p:nvSpPr>
        <p:spPr>
          <a:xfrm>
            <a:off x="-87312" y="6636545"/>
            <a:ext cx="5886450" cy="22383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noProof="0">
                <a:solidFill>
                  <a:schemeClr val="accent1"/>
                </a:solidFill>
              </a:rPr>
              <a:t>North Highland ® is a registered service mark of The North Highland Company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F96C7E-A230-4E41-A33A-464FDE2C3BF4}"/>
              </a:ext>
            </a:extLst>
          </p:cNvPr>
          <p:cNvCxnSpPr>
            <a:cxnSpLocks/>
          </p:cNvCxnSpPr>
          <p:nvPr userDrawn="1"/>
        </p:nvCxnSpPr>
        <p:spPr>
          <a:xfrm>
            <a:off x="1822459" y="3432175"/>
            <a:ext cx="21685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1E0C69-18A3-4ECB-9A1C-411D79F7AD07}"/>
              </a:ext>
            </a:extLst>
          </p:cNvPr>
          <p:cNvSpPr txBox="1"/>
          <p:nvPr userDrawn="1"/>
        </p:nvSpPr>
        <p:spPr>
          <a:xfrm>
            <a:off x="1575461" y="4058676"/>
            <a:ext cx="2662521" cy="4134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b="1">
                <a:solidFill>
                  <a:schemeClr val="accent2"/>
                </a:solidFill>
              </a:rPr>
              <a:t>THANK</a:t>
            </a:r>
            <a:r>
              <a:rPr lang="en-US" sz="2200" b="1">
                <a:solidFill>
                  <a:schemeClr val="bg1"/>
                </a:solidFill>
              </a:rPr>
              <a:t xml:space="preserve"> YOU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9E690B-96B5-4595-B65D-51CA9B296A0A}"/>
              </a:ext>
            </a:extLst>
          </p:cNvPr>
          <p:cNvSpPr txBox="1"/>
          <p:nvPr userDrawn="1"/>
        </p:nvSpPr>
        <p:spPr>
          <a:xfrm>
            <a:off x="1082262" y="4564047"/>
            <a:ext cx="3648918" cy="4134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>
                <a:solidFill>
                  <a:schemeClr val="bg1"/>
                </a:solidFill>
              </a:rPr>
              <a:t>www.northhighland.com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7BA06C-5583-4895-88F2-1325F5866E84}"/>
              </a:ext>
            </a:extLst>
          </p:cNvPr>
          <p:cNvCxnSpPr>
            <a:cxnSpLocks/>
          </p:cNvCxnSpPr>
          <p:nvPr userDrawn="1"/>
        </p:nvCxnSpPr>
        <p:spPr>
          <a:xfrm>
            <a:off x="1822459" y="5582709"/>
            <a:ext cx="21685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  AI-generated content may be incorrect.">
            <a:extLst>
              <a:ext uri="{FF2B5EF4-FFF2-40B4-BE49-F238E27FC236}">
                <a16:creationId xmlns:a16="http://schemas.microsoft.com/office/drawing/2014/main" id="{2184D6E8-DB92-10F4-B485-9C4C758A31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558" y="1409699"/>
            <a:ext cx="2576988" cy="110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8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No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A50912-A107-E725-62FD-D119788578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3533" y="6589252"/>
            <a:ext cx="1840846" cy="16830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BB6A9D-63CE-79CD-190A-9FD85A4163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1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366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/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2EBD8F-5558-FE69-DBF6-F157B7AF5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838" y="6586537"/>
            <a:ext cx="1900238" cy="173736"/>
          </a:xfrm>
          <a:prstGeom prst="rect">
            <a:avLst/>
          </a:prstGeom>
        </p:spPr>
      </p:pic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DE7F8B16-B7BB-4112-9516-81357096A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60" y="1803966"/>
            <a:ext cx="11130913" cy="4177734"/>
          </a:xfrm>
        </p:spPr>
        <p:txBody>
          <a:bodyPr numCol="1" spcCol="360000"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40">
            <a:extLst>
              <a:ext uri="{FF2B5EF4-FFF2-40B4-BE49-F238E27FC236}">
                <a16:creationId xmlns:a16="http://schemas.microsoft.com/office/drawing/2014/main" id="{13F5135C-1559-4416-949F-5359B228CC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0060" y="1203325"/>
            <a:ext cx="11113623" cy="39163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F89B9E-08E3-4BC0-9C0C-CE6A2920D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59" y="706279"/>
            <a:ext cx="11130913" cy="406241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9166D-B3A3-4A56-AE00-2E31D435F92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sz="6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5F057-544F-48E5-B9C4-F228688491C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37">
            <a:extLst>
              <a:ext uri="{FF2B5EF4-FFF2-40B4-BE49-F238E27FC236}">
                <a16:creationId xmlns:a16="http://schemas.microsoft.com/office/drawing/2014/main" id="{8ECF8F96-4940-41C3-B010-663C0335A397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331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DEFB2-E71C-4F14-B4A5-9023B67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600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AC1BA-F3AC-4F63-925D-AB50585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00E315-567D-CC8C-70AB-B951013551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838" y="6586537"/>
            <a:ext cx="1900238" cy="173736"/>
          </a:xfrm>
          <a:prstGeom prst="rect">
            <a:avLst/>
          </a:prstGeom>
        </p:spPr>
      </p:pic>
      <p:sp>
        <p:nvSpPr>
          <p:cNvPr id="3" name="Freeform: Shape 37">
            <a:extLst>
              <a:ext uri="{FF2B5EF4-FFF2-40B4-BE49-F238E27FC236}">
                <a16:creationId xmlns:a16="http://schemas.microsoft.com/office/drawing/2014/main" id="{C9B060AE-1F32-4737-0F55-06BB68489094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570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No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BD0A-E765-4013-8BFF-59100F7DB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600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A9B7B0-AEF9-47AC-B46E-05166D8E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23E078-FCFF-A988-51E3-4CA822F0F8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838" y="6586537"/>
            <a:ext cx="1900238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78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D7734B8-4919-41EF-A3D6-F493CEE16808}"/>
              </a:ext>
            </a:extLst>
          </p:cNvPr>
          <p:cNvSpPr>
            <a:spLocks/>
          </p:cNvSpPr>
          <p:nvPr userDrawn="1"/>
        </p:nvSpPr>
        <p:spPr>
          <a:xfrm>
            <a:off x="2714625" y="1828800"/>
            <a:ext cx="6762750" cy="3200400"/>
          </a:xfrm>
          <a:custGeom>
            <a:avLst/>
            <a:gdLst>
              <a:gd name="connsiteX0" fmla="*/ 0 w 6762750"/>
              <a:gd name="connsiteY0" fmla="*/ 0 h 3200400"/>
              <a:gd name="connsiteX1" fmla="*/ 2643188 w 6762750"/>
              <a:gd name="connsiteY1" fmla="*/ 0 h 3200400"/>
              <a:gd name="connsiteX2" fmla="*/ 2643188 w 6762750"/>
              <a:gd name="connsiteY2" fmla="*/ 333375 h 3200400"/>
              <a:gd name="connsiteX3" fmla="*/ 4119563 w 6762750"/>
              <a:gd name="connsiteY3" fmla="*/ 333375 h 3200400"/>
              <a:gd name="connsiteX4" fmla="*/ 4119563 w 6762750"/>
              <a:gd name="connsiteY4" fmla="*/ 0 h 3200400"/>
              <a:gd name="connsiteX5" fmla="*/ 6762750 w 6762750"/>
              <a:gd name="connsiteY5" fmla="*/ 0 h 3200400"/>
              <a:gd name="connsiteX6" fmla="*/ 6762750 w 6762750"/>
              <a:gd name="connsiteY6" fmla="*/ 3200400 h 3200400"/>
              <a:gd name="connsiteX7" fmla="*/ 0 w 6762750"/>
              <a:gd name="connsiteY7" fmla="*/ 3200400 h 3200400"/>
              <a:gd name="connsiteX0" fmla="*/ 2643188 w 6762750"/>
              <a:gd name="connsiteY0" fmla="*/ 333375 h 3200400"/>
              <a:gd name="connsiteX1" fmla="*/ 4119563 w 6762750"/>
              <a:gd name="connsiteY1" fmla="*/ 333375 h 3200400"/>
              <a:gd name="connsiteX2" fmla="*/ 4119563 w 6762750"/>
              <a:gd name="connsiteY2" fmla="*/ 0 h 3200400"/>
              <a:gd name="connsiteX3" fmla="*/ 6762750 w 6762750"/>
              <a:gd name="connsiteY3" fmla="*/ 0 h 3200400"/>
              <a:gd name="connsiteX4" fmla="*/ 6762750 w 6762750"/>
              <a:gd name="connsiteY4" fmla="*/ 3200400 h 3200400"/>
              <a:gd name="connsiteX5" fmla="*/ 0 w 6762750"/>
              <a:gd name="connsiteY5" fmla="*/ 3200400 h 3200400"/>
              <a:gd name="connsiteX6" fmla="*/ 0 w 6762750"/>
              <a:gd name="connsiteY6" fmla="*/ 0 h 3200400"/>
              <a:gd name="connsiteX7" fmla="*/ 2643188 w 6762750"/>
              <a:gd name="connsiteY7" fmla="*/ 0 h 3200400"/>
              <a:gd name="connsiteX8" fmla="*/ 2734628 w 6762750"/>
              <a:gd name="connsiteY8" fmla="*/ 424815 h 3200400"/>
              <a:gd name="connsiteX0" fmla="*/ 2643188 w 6762750"/>
              <a:gd name="connsiteY0" fmla="*/ 333375 h 3200400"/>
              <a:gd name="connsiteX1" fmla="*/ 4119563 w 6762750"/>
              <a:gd name="connsiteY1" fmla="*/ 333375 h 3200400"/>
              <a:gd name="connsiteX2" fmla="*/ 4119563 w 6762750"/>
              <a:gd name="connsiteY2" fmla="*/ 0 h 3200400"/>
              <a:gd name="connsiteX3" fmla="*/ 6762750 w 6762750"/>
              <a:gd name="connsiteY3" fmla="*/ 0 h 3200400"/>
              <a:gd name="connsiteX4" fmla="*/ 6762750 w 6762750"/>
              <a:gd name="connsiteY4" fmla="*/ 3200400 h 3200400"/>
              <a:gd name="connsiteX5" fmla="*/ 0 w 6762750"/>
              <a:gd name="connsiteY5" fmla="*/ 3200400 h 3200400"/>
              <a:gd name="connsiteX6" fmla="*/ 0 w 6762750"/>
              <a:gd name="connsiteY6" fmla="*/ 0 h 3200400"/>
              <a:gd name="connsiteX7" fmla="*/ 2643188 w 6762750"/>
              <a:gd name="connsiteY7" fmla="*/ 0 h 3200400"/>
              <a:gd name="connsiteX0" fmla="*/ 4119563 w 6762750"/>
              <a:gd name="connsiteY0" fmla="*/ 333375 h 3200400"/>
              <a:gd name="connsiteX1" fmla="*/ 4119563 w 6762750"/>
              <a:gd name="connsiteY1" fmla="*/ 0 h 3200400"/>
              <a:gd name="connsiteX2" fmla="*/ 6762750 w 6762750"/>
              <a:gd name="connsiteY2" fmla="*/ 0 h 3200400"/>
              <a:gd name="connsiteX3" fmla="*/ 6762750 w 6762750"/>
              <a:gd name="connsiteY3" fmla="*/ 3200400 h 3200400"/>
              <a:gd name="connsiteX4" fmla="*/ 0 w 6762750"/>
              <a:gd name="connsiteY4" fmla="*/ 3200400 h 3200400"/>
              <a:gd name="connsiteX5" fmla="*/ 0 w 6762750"/>
              <a:gd name="connsiteY5" fmla="*/ 0 h 3200400"/>
              <a:gd name="connsiteX6" fmla="*/ 2643188 w 6762750"/>
              <a:gd name="connsiteY6" fmla="*/ 0 h 3200400"/>
              <a:gd name="connsiteX0" fmla="*/ 4119563 w 6762750"/>
              <a:gd name="connsiteY0" fmla="*/ 0 h 3200400"/>
              <a:gd name="connsiteX1" fmla="*/ 6762750 w 6762750"/>
              <a:gd name="connsiteY1" fmla="*/ 0 h 3200400"/>
              <a:gd name="connsiteX2" fmla="*/ 6762750 w 6762750"/>
              <a:gd name="connsiteY2" fmla="*/ 3200400 h 3200400"/>
              <a:gd name="connsiteX3" fmla="*/ 0 w 6762750"/>
              <a:gd name="connsiteY3" fmla="*/ 3200400 h 3200400"/>
              <a:gd name="connsiteX4" fmla="*/ 0 w 6762750"/>
              <a:gd name="connsiteY4" fmla="*/ 0 h 3200400"/>
              <a:gd name="connsiteX5" fmla="*/ 2643188 w 6762750"/>
              <a:gd name="connsiteY5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2750" h="3200400">
                <a:moveTo>
                  <a:pt x="4119563" y="0"/>
                </a:moveTo>
                <a:lnTo>
                  <a:pt x="6762750" y="0"/>
                </a:lnTo>
                <a:lnTo>
                  <a:pt x="6762750" y="3200400"/>
                </a:lnTo>
                <a:lnTo>
                  <a:pt x="0" y="3200400"/>
                </a:lnTo>
                <a:lnTo>
                  <a:pt x="0" y="0"/>
                </a:lnTo>
                <a:lnTo>
                  <a:pt x="2643188" y="0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F0621-2390-4957-AD47-60FDBAA34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8950" y="2232661"/>
            <a:ext cx="6134100" cy="2392678"/>
          </a:xfrm>
        </p:spPr>
        <p:txBody>
          <a:bodyPr anchor="ctr"/>
          <a:lstStyle>
            <a:lvl1pPr algn="ctr">
              <a:defRPr sz="2800" b="1"/>
            </a:lvl1pPr>
          </a:lstStyle>
          <a:p>
            <a:r>
              <a:rPr lang="en-US"/>
              <a:t>Click to insert quote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030A28A-40AE-4475-8681-6E4BD03E36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6487" y="1456332"/>
            <a:ext cx="719026" cy="565547"/>
          </a:xfrm>
          <a:custGeom>
            <a:avLst/>
            <a:gdLst/>
            <a:ahLst/>
            <a:cxnLst/>
            <a:rect l="l" t="t" r="r" b="b"/>
            <a:pathLst>
              <a:path w="719026" h="565547">
                <a:moveTo>
                  <a:pt x="667867" y="0"/>
                </a:moveTo>
                <a:lnTo>
                  <a:pt x="719026" y="107900"/>
                </a:lnTo>
                <a:cubicBezTo>
                  <a:pt x="666936" y="125263"/>
                  <a:pt x="629574" y="149448"/>
                  <a:pt x="606940" y="180454"/>
                </a:cubicBezTo>
                <a:cubicBezTo>
                  <a:pt x="584306" y="211460"/>
                  <a:pt x="572369" y="252698"/>
                  <a:pt x="571128" y="304167"/>
                </a:cubicBezTo>
                <a:lnTo>
                  <a:pt x="697632" y="304167"/>
                </a:lnTo>
                <a:lnTo>
                  <a:pt x="697632" y="565547"/>
                </a:lnTo>
                <a:lnTo>
                  <a:pt x="436253" y="565547"/>
                </a:lnTo>
                <a:lnTo>
                  <a:pt x="436253" y="378582"/>
                </a:lnTo>
                <a:cubicBezTo>
                  <a:pt x="436253" y="302307"/>
                  <a:pt x="442919" y="242466"/>
                  <a:pt x="456252" y="199058"/>
                </a:cubicBezTo>
                <a:cubicBezTo>
                  <a:pt x="469584" y="155649"/>
                  <a:pt x="494389" y="116582"/>
                  <a:pt x="530666" y="81855"/>
                </a:cubicBezTo>
                <a:cubicBezTo>
                  <a:pt x="566943" y="47129"/>
                  <a:pt x="612676" y="19844"/>
                  <a:pt x="667867" y="0"/>
                </a:cubicBezTo>
                <a:close/>
                <a:moveTo>
                  <a:pt x="231614" y="0"/>
                </a:moveTo>
                <a:lnTo>
                  <a:pt x="282774" y="107900"/>
                </a:lnTo>
                <a:cubicBezTo>
                  <a:pt x="230684" y="125263"/>
                  <a:pt x="193322" y="149448"/>
                  <a:pt x="170688" y="180454"/>
                </a:cubicBezTo>
                <a:cubicBezTo>
                  <a:pt x="148053" y="211460"/>
                  <a:pt x="136116" y="252698"/>
                  <a:pt x="134876" y="304167"/>
                </a:cubicBezTo>
                <a:lnTo>
                  <a:pt x="261380" y="304167"/>
                </a:lnTo>
                <a:lnTo>
                  <a:pt x="261380" y="565547"/>
                </a:lnTo>
                <a:lnTo>
                  <a:pt x="0" y="565547"/>
                </a:lnTo>
                <a:lnTo>
                  <a:pt x="0" y="378582"/>
                </a:lnTo>
                <a:cubicBezTo>
                  <a:pt x="0" y="302927"/>
                  <a:pt x="6667" y="243241"/>
                  <a:pt x="19999" y="199523"/>
                </a:cubicBezTo>
                <a:cubicBezTo>
                  <a:pt x="33332" y="155804"/>
                  <a:pt x="57981" y="116582"/>
                  <a:pt x="93948" y="81855"/>
                </a:cubicBezTo>
                <a:cubicBezTo>
                  <a:pt x="129915" y="47129"/>
                  <a:pt x="175804" y="19844"/>
                  <a:pt x="231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C37CA3-E6DE-4C34-836C-C0450B8671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2413" y="5221287"/>
            <a:ext cx="4067175" cy="4746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Enter source here</a:t>
            </a:r>
          </a:p>
        </p:txBody>
      </p:sp>
      <p:sp>
        <p:nvSpPr>
          <p:cNvPr id="3" name="Freeform: Shape 37">
            <a:extLst>
              <a:ext uri="{FF2B5EF4-FFF2-40B4-BE49-F238E27FC236}">
                <a16:creationId xmlns:a16="http://schemas.microsoft.com/office/drawing/2014/main" id="{FA864650-6E5F-4D8F-E620-B6CDC004D7AE}"/>
              </a:ext>
            </a:extLst>
          </p:cNvPr>
          <p:cNvSpPr/>
          <p:nvPr userDrawn="1"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847C2-66FF-6EA3-74E8-719B34CFE3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3838" y="6586537"/>
            <a:ext cx="1900237" cy="17373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B8E3617-AAC9-E0A0-1CCF-7458E904F37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rIns="0"/>
          <a:lstStyle/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94C48C-DBD8-5B8A-8644-60BD8EB79F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29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Relationship Id="rId6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19E06-11A1-49EF-A856-8507830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706279"/>
            <a:ext cx="5867400" cy="40624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167A5-4D6A-4C99-8FD7-2D2442391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929764"/>
            <a:ext cx="7330440" cy="340423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B70EA-06D9-47FC-B018-C0A28FB17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2870" y="6514200"/>
            <a:ext cx="445293" cy="263525"/>
          </a:xfrm>
          <a:prstGeom prst="rect">
            <a:avLst/>
          </a:prstGeom>
        </p:spPr>
        <p:txBody>
          <a:bodyPr vert="horz" wrap="square" lIns="91440" tIns="45720" rIns="0" bIns="45720" rtlCol="0" anchor="ctr">
            <a:noAutofit/>
          </a:bodyPr>
          <a:lstStyle>
            <a:lvl1pPr algn="r">
              <a:lnSpc>
                <a:spcPct val="90000"/>
              </a:lnSpc>
              <a:spcAft>
                <a:spcPts val="60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5034EE70-12A8-400F-8E3D-398CDD8B315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DBFF365-828F-09D5-9933-506B246DB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2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912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931" r:id="rId10"/>
    <p:sldLayoutId id="214748393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None/>
        <a:defRPr sz="2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2667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048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076325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0" userDrawn="1">
          <p15:clr>
            <a:srgbClr val="F26B43"/>
          </p15:clr>
        </p15:guide>
        <p15:guide id="2" pos="7539" userDrawn="1">
          <p15:clr>
            <a:srgbClr val="F26B43"/>
          </p15:clr>
        </p15:guide>
        <p15:guide id="4" orient="horz" pos="141" userDrawn="1">
          <p15:clr>
            <a:srgbClr val="F26B43"/>
          </p15:clr>
        </p15:guide>
        <p15:guide id="5" orient="horz" pos="41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9D22-6FE2-499F-B4A1-E5DD47B5E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30843" y="6510340"/>
            <a:ext cx="1594176" cy="2635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r">
              <a:lnSpc>
                <a:spcPct val="90000"/>
              </a:lnSpc>
              <a:spcAft>
                <a:spcPts val="600"/>
              </a:spcAft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88DB-BA05-4BDA-B265-E82AFD8D0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5019" y="6510340"/>
            <a:ext cx="5492750" cy="2635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r">
              <a:lnSpc>
                <a:spcPct val="90000"/>
              </a:lnSpc>
              <a:spcAft>
                <a:spcPts val="600"/>
              </a:spcAft>
              <a:defRPr sz="600">
                <a:solidFill>
                  <a:schemeClr val="tx1"/>
                </a:solidFill>
              </a:defRPr>
            </a:lvl1pPr>
          </a:lstStyle>
          <a:p>
            <a:endParaRPr lang="en-US" sz="6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B70EA-06D9-47FC-B018-C0A28FB17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2870" y="6536122"/>
            <a:ext cx="445293" cy="263525"/>
          </a:xfrm>
          <a:prstGeom prst="rect">
            <a:avLst/>
          </a:prstGeom>
        </p:spPr>
        <p:txBody>
          <a:bodyPr vert="horz" wrap="square" lIns="0" tIns="45720" rIns="0" bIns="45720" rtlCol="0" anchor="ctr">
            <a:noAutofit/>
          </a:bodyPr>
          <a:lstStyle>
            <a:lvl1pPr algn="r">
              <a:lnSpc>
                <a:spcPct val="90000"/>
              </a:lnSpc>
              <a:spcAft>
                <a:spcPts val="60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5034EE70-12A8-400F-8E3D-398CDD8B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005F95-168D-49CF-9563-66E6FEB3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8306" y="6577132"/>
            <a:ext cx="1826482" cy="2137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19E06-11A1-49EF-A856-8507830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706279"/>
            <a:ext cx="5867400" cy="40624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167A5-4D6A-4C99-8FD7-2D2442391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929764"/>
            <a:ext cx="7330440" cy="340423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/>
              <a:t xml:space="preserve">Click to edit </a:t>
            </a:r>
            <a:r>
              <a:rPr lang="en-US" noProof="0"/>
              <a:t>Master</a:t>
            </a:r>
            <a:r>
              <a:rPr lang="en-US"/>
              <a:t xml:space="preserve">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41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None/>
        <a:defRPr sz="2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2667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048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076325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0" userDrawn="1">
          <p15:clr>
            <a:srgbClr val="F26B43"/>
          </p15:clr>
        </p15:guide>
        <p15:guide id="2" pos="7539" userDrawn="1">
          <p15:clr>
            <a:srgbClr val="F26B43"/>
          </p15:clr>
        </p15:guide>
        <p15:guide id="4" orient="horz" pos="141" userDrawn="1">
          <p15:clr>
            <a:srgbClr val="F26B43"/>
          </p15:clr>
        </p15:guide>
        <p15:guide id="5" orient="horz" pos="417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Forms &amp; Validators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Angular Form Patterns and Validation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1814-0477-B569-BA78-1B1D8F45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83">
            <a:extLst>
              <a:ext uri="{FF2B5EF4-FFF2-40B4-BE49-F238E27FC236}">
                <a16:creationId xmlns:a16="http://schemas.microsoft.com/office/drawing/2014/main" id="{AFC5E15B-3D33-A937-7EFD-5C9F71A202CA}"/>
              </a:ext>
            </a:extLst>
          </p:cNvPr>
          <p:cNvSpPr/>
          <p:nvPr/>
        </p:nvSpPr>
        <p:spPr>
          <a:xfrm>
            <a:off x="223837" y="223838"/>
            <a:ext cx="11744326" cy="6262686"/>
          </a:xfrm>
          <a:custGeom>
            <a:avLst/>
            <a:gdLst>
              <a:gd name="connsiteX0" fmla="*/ 0 w 11744326"/>
              <a:gd name="connsiteY0" fmla="*/ 0 h 6262686"/>
              <a:gd name="connsiteX1" fmla="*/ 11181399 w 11744326"/>
              <a:gd name="connsiteY1" fmla="*/ 0 h 6262686"/>
              <a:gd name="connsiteX2" fmla="*/ 11744326 w 11744326"/>
              <a:gd name="connsiteY2" fmla="*/ 562927 h 6262686"/>
              <a:gd name="connsiteX3" fmla="*/ 11744326 w 11744326"/>
              <a:gd name="connsiteY3" fmla="*/ 6262686 h 6262686"/>
              <a:gd name="connsiteX4" fmla="*/ 0 w 11744326"/>
              <a:gd name="connsiteY4" fmla="*/ 6262686 h 626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4326" h="6262686">
                <a:moveTo>
                  <a:pt x="0" y="0"/>
                </a:moveTo>
                <a:lnTo>
                  <a:pt x="11181399" y="0"/>
                </a:lnTo>
                <a:lnTo>
                  <a:pt x="11744326" y="562927"/>
                </a:lnTo>
                <a:lnTo>
                  <a:pt x="11744326" y="6262686"/>
                </a:lnTo>
                <a:lnTo>
                  <a:pt x="0" y="6262686"/>
                </a:ln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>
              <a:blipFill>
                <a:blip r:embed="rId3">
                  <a:alphaModFix amt="46000"/>
                </a:blip>
                <a:stretch>
                  <a:fillRect l="-750" t="-19869" r="-15320" b="-23871"/>
                </a:stretch>
              </a:blip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0DE5F8-4FA0-B821-57EA-2DE99EEAD8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014621" y="1647825"/>
            <a:ext cx="6162757" cy="742950"/>
          </a:xfrm>
          <a:solidFill>
            <a:schemeClr val="bg1">
              <a:alpha val="13017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1437E-E8FA-1CA2-3F15-2BBAC71E77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19913" y="2681497"/>
            <a:ext cx="6162757" cy="742950"/>
          </a:xfrm>
          <a:solidFill>
            <a:schemeClr val="bg1">
              <a:alpha val="13017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FE548-51E4-0B79-6C75-9EE5F0C3DF7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25205" y="3715169"/>
            <a:ext cx="6162757" cy="742950"/>
          </a:xfrm>
          <a:solidFill>
            <a:schemeClr val="bg1">
              <a:alpha val="13017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0221ED-F6E6-6DD1-A823-9FFBB4CD0A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30497" y="4748841"/>
            <a:ext cx="6162757" cy="742950"/>
          </a:xfrm>
          <a:solidFill>
            <a:schemeClr val="bg1">
              <a:alpha val="13017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F5755C-DDBC-E2E5-11FA-C0DC433F97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0974" y="6538912"/>
            <a:ext cx="445293" cy="2635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90000"/>
              </a:lnSpc>
              <a:spcAft>
                <a:spcPts val="600"/>
              </a:spcAft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34EE70-12A8-400F-8E3D-398CDD8B31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16A6C4-D708-F93F-7273-9E45C37C6E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014622" y="1647825"/>
            <a:ext cx="742950" cy="742950"/>
          </a:xfrm>
          <a:solidFill>
            <a:schemeClr val="bg1">
              <a:alpha val="16000"/>
            </a:schemeClr>
          </a:solidFill>
          <a:ln>
            <a:noFill/>
          </a:ln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AB81710-5BCF-9E05-4C72-9E8C1A0EE4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19914" y="2681497"/>
            <a:ext cx="742950" cy="742950"/>
          </a:xfrm>
          <a:solidFill>
            <a:schemeClr val="bg1">
              <a:alpha val="16000"/>
            </a:schemeClr>
          </a:solidFill>
          <a:ln>
            <a:noFill/>
          </a:ln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1A7AEFF-01C2-0263-21C8-870F33EEC14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25206" y="3715169"/>
            <a:ext cx="742950" cy="742950"/>
          </a:xfrm>
          <a:solidFill>
            <a:schemeClr val="bg1">
              <a:alpha val="16000"/>
            </a:schemeClr>
          </a:solidFill>
          <a:ln>
            <a:noFill/>
          </a:ln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694BD98-0192-FEEF-CB43-752AE29B9E3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030498" y="4748841"/>
            <a:ext cx="742950" cy="742950"/>
          </a:xfrm>
          <a:solidFill>
            <a:schemeClr val="bg1">
              <a:alpha val="16000"/>
            </a:schemeClr>
          </a:solidFill>
          <a:ln>
            <a:noFill/>
          </a:ln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0F675CF-1D97-174D-9541-5BC1183DF9D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014622" y="1647824"/>
            <a:ext cx="138113" cy="13811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74A5BF6-0628-F0A7-3E93-B3E86BA60D0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019914" y="2681496"/>
            <a:ext cx="138113" cy="13811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35FFF8D-3EA8-6099-4DEC-797AEF29902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025206" y="3715168"/>
            <a:ext cx="138113" cy="13811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3096A8E-3B4E-A607-F482-2942FE6EAA6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3030498" y="4748840"/>
            <a:ext cx="138113" cy="13811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5CB02BD6-06C8-F971-550A-69E2DDBC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27" y="773463"/>
            <a:ext cx="10013946" cy="406241"/>
          </a:xfrm>
        </p:spPr>
        <p:txBody>
          <a:bodyPr/>
          <a:lstStyle/>
          <a:p>
            <a:r>
              <a:rPr lang="en-US" sz="280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76E0A85-3B01-E323-0EE1-EF65D08BFA7E}"/>
              </a:ext>
            </a:extLst>
          </p:cNvPr>
          <p:cNvSpPr txBox="1">
            <a:spLocks/>
          </p:cNvSpPr>
          <p:nvPr/>
        </p:nvSpPr>
        <p:spPr>
          <a:xfrm>
            <a:off x="3840997" y="1757124"/>
            <a:ext cx="3759200" cy="2818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Dynamic Forms &amp; Wizards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944CF65-B1CF-E086-1387-2542092C898B}"/>
              </a:ext>
            </a:extLst>
          </p:cNvPr>
          <p:cNvSpPr txBox="1">
            <a:spLocks/>
          </p:cNvSpPr>
          <p:nvPr/>
        </p:nvSpPr>
        <p:spPr>
          <a:xfrm>
            <a:off x="3840997" y="2025596"/>
            <a:ext cx="3759200" cy="4064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Presenter: Friend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A8C23C13-FEC5-7F3B-15BE-A2C4FE0F555F}"/>
              </a:ext>
            </a:extLst>
          </p:cNvPr>
          <p:cNvSpPr txBox="1">
            <a:spLocks/>
          </p:cNvSpPr>
          <p:nvPr/>
        </p:nvSpPr>
        <p:spPr>
          <a:xfrm>
            <a:off x="3840997" y="2749197"/>
            <a:ext cx="3759200" cy="2818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Reactive vs Template-Driven Forms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B778B30-A1F3-7708-10F1-A7AA4AC32109}"/>
              </a:ext>
            </a:extLst>
          </p:cNvPr>
          <p:cNvSpPr txBox="1">
            <a:spLocks/>
          </p:cNvSpPr>
          <p:nvPr/>
        </p:nvSpPr>
        <p:spPr>
          <a:xfrm>
            <a:off x="3840997" y="3017669"/>
            <a:ext cx="3759200" cy="4064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Presenter: You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3BC6DEC-CD5E-0B60-5A94-145924DF4AE7}"/>
              </a:ext>
            </a:extLst>
          </p:cNvPr>
          <p:cNvSpPr txBox="1">
            <a:spLocks/>
          </p:cNvSpPr>
          <p:nvPr/>
        </p:nvSpPr>
        <p:spPr>
          <a:xfrm>
            <a:off x="3840997" y="3763847"/>
            <a:ext cx="3759200" cy="2818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Custom Validators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B2CBA7B2-25F2-6875-C811-43AAB841467C}"/>
              </a:ext>
            </a:extLst>
          </p:cNvPr>
          <p:cNvSpPr txBox="1">
            <a:spLocks/>
          </p:cNvSpPr>
          <p:nvPr/>
        </p:nvSpPr>
        <p:spPr>
          <a:xfrm>
            <a:off x="3840997" y="4032319"/>
            <a:ext cx="3759200" cy="4064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Presenter: Friend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6C0142C-1AF4-7571-B51F-7BE000DA24FF}"/>
              </a:ext>
            </a:extLst>
          </p:cNvPr>
          <p:cNvSpPr txBox="1">
            <a:spLocks/>
          </p:cNvSpPr>
          <p:nvPr/>
        </p:nvSpPr>
        <p:spPr>
          <a:xfrm>
            <a:off x="3856873" y="4829637"/>
            <a:ext cx="3759200" cy="2818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Best Practices for Form Error Messages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2575A21-BBDD-2413-E4D1-F720A60860CA}"/>
              </a:ext>
            </a:extLst>
          </p:cNvPr>
          <p:cNvSpPr txBox="1">
            <a:spLocks/>
          </p:cNvSpPr>
          <p:nvPr/>
        </p:nvSpPr>
        <p:spPr>
          <a:xfrm>
            <a:off x="3856873" y="5098109"/>
            <a:ext cx="3759200" cy="4064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667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81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486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7632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Presenter: You</a:t>
            </a:r>
          </a:p>
        </p:txBody>
      </p:sp>
    </p:spTree>
    <p:extLst>
      <p:ext uri="{BB962C8B-B14F-4D97-AF65-F5344CB8AC3E}">
        <p14:creationId xmlns:p14="http://schemas.microsoft.com/office/powerpoint/2010/main" val="241553943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b="1"/>
              <a:t>Two ways to build forms in Angular.
Reactive: logic in TypeScript. Template-driven: logic in HTML.
Use Reactive when the form is complex, dynamic, or needs testing.</a:t>
            </a:r>
          </a:p>
          <a:p>
            <a:pPr>
              <a:lnSpc>
                <a:spcPts val="3000"/>
              </a:lnSpc>
            </a:pPr>
            <a:r>
              <a:rPr lang="en-US" sz="1800" b="0"/>
              <a:t>Reactive Forms keep the form state in TypeScript — the template only displays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b="1"/>
              <a:t>You can write your own validation rules.
A validator is a function: returns null if valid, an error object if not.
Simple rules check one field. Cross-field rules check two fields together.</a:t>
            </a:r>
          </a:p>
          <a:p>
            <a:pPr>
              <a:lnSpc>
                <a:spcPts val="3000"/>
              </a:lnSpc>
            </a:pPr>
            <a:r>
              <a:rPr lang="en-US" sz="1800" b="0"/>
              <a:t>Cross-field validators attach to the FormGroup — not to a single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b="1"/>
              <a:t>FormArray holds a list of fields that grows or shrinks at runtime.
Push to add a row. removeAt() to delete it.
Wizards split a form into steps — only the current step is validated before advancing.</a:t>
            </a:r>
          </a:p>
          <a:p>
            <a:pPr>
              <a:lnSpc>
                <a:spcPts val="3000"/>
              </a:lnSpc>
            </a:pPr>
            <a:r>
              <a:rPr lang="en-US" sz="1800" b="0"/>
              <a:t>In a wizard, validate only the current step — never block users with errors from a page they haven't reached.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b="1"/>
              <a:t>Don't repeat error messages in every field template.
One shared component receives the control and picks the message from a central map.
Every field uses: &lt;app-error-message [control]="myControl" /&gt;</a:t>
            </a:r>
          </a:p>
          <a:p>
            <a:pPr>
              <a:lnSpc>
                <a:spcPts val="3000"/>
              </a:lnSpc>
            </a:pPr>
            <a:r>
              <a:rPr lang="en-US" sz="1800" b="0"/>
              <a:t>One map. One component. One line per 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b="1"/>
              <a:t>Kendo UI components connect to Angular Reactive Forms automatically.
They use formControlName — same as a native input, no wrappers needed.
ComboBox: pick or type freely. DropDownList: pick only.</a:t>
            </a:r>
          </a:p>
          <a:p>
            <a:pPr>
              <a:lnSpc>
                <a:spcPts val="3000"/>
              </a:lnSpc>
            </a:pPr>
            <a:r>
              <a:rPr lang="en-US" sz="1800" b="0"/>
              <a:t>Any ControlValueAccessor component works with formControlName — no new form API to learn.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Bg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b="1"/>
              <a:t>Thank You</a:t>
            </a:r>
          </a:p>
          <a:p>
            <a:pPr>
              <a:lnSpc>
                <a:spcPts val="3000"/>
              </a:lnSpc>
            </a:pPr>
            <a:r>
              <a:rPr lang="en-US" sz="1800" b="0"/>
              <a:t>Questions? Live demo available in the repository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cfedb1b7-ffa9-42ad-a72c-40a6cc038a7d"/>
</p:tagLst>
</file>

<file path=ppt/theme/theme1.xml><?xml version="1.0" encoding="utf-8"?>
<a:theme xmlns:a="http://schemas.openxmlformats.org/drawingml/2006/main" name="TITLE SLIDES">
  <a:themeElements>
    <a:clrScheme name="North Highland">
      <a:dk1>
        <a:sysClr val="windowText" lastClr="000000"/>
      </a:dk1>
      <a:lt1>
        <a:sysClr val="window" lastClr="FFFFFF"/>
      </a:lt1>
      <a:dk2>
        <a:srgbClr val="525252"/>
      </a:dk2>
      <a:lt2>
        <a:srgbClr val="FFFFFF"/>
      </a:lt2>
      <a:accent1>
        <a:srgbClr val="132E53"/>
      </a:accent1>
      <a:accent2>
        <a:srgbClr val="DEE22A"/>
      </a:accent2>
      <a:accent3>
        <a:srgbClr val="039FB8"/>
      </a:accent3>
      <a:accent4>
        <a:srgbClr val="6F6F72"/>
      </a:accent4>
      <a:accent5>
        <a:srgbClr val="D1D3D4"/>
      </a:accent5>
      <a:accent6>
        <a:srgbClr val="221E1F"/>
      </a:accent6>
      <a:hlink>
        <a:srgbClr val="039FB8"/>
      </a:hlink>
      <a:folHlink>
        <a:srgbClr val="039FB8"/>
      </a:folHlink>
    </a:clrScheme>
    <a:fontScheme name="North Highla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lnSpc>
            <a:spcPct val="90000"/>
          </a:lnSpc>
          <a:spcAft>
            <a:spcPts val="600"/>
          </a:spcAft>
          <a:defRPr sz="2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lnSpc>
            <a:spcPct val="100000"/>
          </a:lnSpc>
          <a:spcAft>
            <a:spcPts val="600"/>
          </a:spcAft>
          <a:defRPr sz="1400" noProof="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NH_PPT_Template_US_Standard" id="{F4A151D8-838A-D649-B53B-BF826E1F33BA}" vid="{6444C00C-0636-8A4B-B29E-4F9B06420B3E}"/>
    </a:ext>
  </a:extLst>
</a:theme>
</file>

<file path=ppt/theme/theme2.xml><?xml version="1.0" encoding="utf-8"?>
<a:theme xmlns:a="http://schemas.openxmlformats.org/drawingml/2006/main" name="BLANK CONTENT SLIDES">
  <a:themeElements>
    <a:clrScheme name="North Highland">
      <a:dk1>
        <a:sysClr val="windowText" lastClr="000000"/>
      </a:dk1>
      <a:lt1>
        <a:sysClr val="window" lastClr="FFFFFF"/>
      </a:lt1>
      <a:dk2>
        <a:srgbClr val="525252"/>
      </a:dk2>
      <a:lt2>
        <a:srgbClr val="FFFFFF"/>
      </a:lt2>
      <a:accent1>
        <a:srgbClr val="132E53"/>
      </a:accent1>
      <a:accent2>
        <a:srgbClr val="DEE22A"/>
      </a:accent2>
      <a:accent3>
        <a:srgbClr val="039FB8"/>
      </a:accent3>
      <a:accent4>
        <a:srgbClr val="6F6F72"/>
      </a:accent4>
      <a:accent5>
        <a:srgbClr val="D1D3D4"/>
      </a:accent5>
      <a:accent6>
        <a:srgbClr val="221E1F"/>
      </a:accent6>
      <a:hlink>
        <a:srgbClr val="039FB8"/>
      </a:hlink>
      <a:folHlink>
        <a:srgbClr val="039FB8"/>
      </a:folHlink>
    </a:clrScheme>
    <a:fontScheme name="North Highla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lnSpc>
            <a:spcPct val="90000"/>
          </a:lnSpc>
          <a:spcAft>
            <a:spcPts val="600"/>
          </a:spcAft>
          <a:defRPr sz="2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lnSpc>
            <a:spcPct val="100000"/>
          </a:lnSpc>
          <a:spcAft>
            <a:spcPts val="600"/>
          </a:spcAft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H_PPT_Template_US_Standard" id="{F4A151D8-838A-D649-B53B-BF826E1F33BA}" vid="{ACA4E2EB-8602-C14F-8C5C-9718A9B4C68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3042a1-5fa2-4e45-8497-7af52ec2bde0">
      <Terms xmlns="http://schemas.microsoft.com/office/infopath/2007/PartnerControls"/>
    </lcf76f155ced4ddcb4097134ff3c332f>
    <TaxCatchAll xmlns="69459c84-36bb-4420-b476-5854265762a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1DA4AB6C0C1945B202278A143A46A8" ma:contentTypeVersion="37" ma:contentTypeDescription="Create a new document." ma:contentTypeScope="" ma:versionID="9272535b85ab230a5781b61ab3dc3615">
  <xsd:schema xmlns:xsd="http://www.w3.org/2001/XMLSchema" xmlns:xs="http://www.w3.org/2001/XMLSchema" xmlns:p="http://schemas.microsoft.com/office/2006/metadata/properties" xmlns:ns2="323042a1-5fa2-4e45-8497-7af52ec2bde0" xmlns:ns3="69459c84-36bb-4420-b476-5854265762a7" targetNamespace="http://schemas.microsoft.com/office/2006/metadata/properties" ma:root="true" ma:fieldsID="ecf8f3a6bcc45a99ccbbda2e52c96fbf" ns2:_="" ns3:_="">
    <xsd:import namespace="323042a1-5fa2-4e45-8497-7af52ec2bde0"/>
    <xsd:import namespace="69459c84-36bb-4420-b476-5854265762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042a1-5fa2-4e45-8497-7af52ec2bd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09e167d-ed6a-411b-a8f6-2f49133f6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459c84-36bb-4420-b476-5854265762a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39808ae-0b23-464c-9974-e8d80849059e}" ma:internalName="TaxCatchAll" ma:showField="CatchAllData" ma:web="69459c84-36bb-4420-b476-585426576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AE243E-3412-4095-AE4B-A79DCAD9EC84}">
  <ds:schemaRefs>
    <ds:schemaRef ds:uri="http://purl.org/dc/elements/1.1/"/>
    <ds:schemaRef ds:uri="http://schemas.microsoft.com/office/2006/documentManagement/types"/>
    <ds:schemaRef ds:uri="http://www.w3.org/XML/1998/namespace"/>
    <ds:schemaRef ds:uri="323042a1-5fa2-4e45-8497-7af52ec2bde0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69459c84-36bb-4420-b476-5854265762a7"/>
  </ds:schemaRefs>
</ds:datastoreItem>
</file>

<file path=customXml/itemProps2.xml><?xml version="1.0" encoding="utf-8"?>
<ds:datastoreItem xmlns:ds="http://schemas.openxmlformats.org/officeDocument/2006/customXml" ds:itemID="{5D8E5473-C035-48B7-BC64-AAAB95CF13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3042a1-5fa2-4e45-8497-7af52ec2bde0"/>
    <ds:schemaRef ds:uri="69459c84-36bb-4420-b476-5854265762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B96CFC-F3A4-4473-810E-4ADF7F681B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SLIDES</Template>
  <TotalTime>29363</TotalTime>
  <Words>9264</Words>
  <Application>Microsoft Office PowerPoint</Application>
  <PresentationFormat>Widescreen</PresentationFormat>
  <Paragraphs>1111</Paragraphs>
  <Slides>65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TITLE SLIDES</vt:lpstr>
      <vt:lpstr>BLANK CONTENT SLIDES</vt:lpstr>
      <vt:lpstr>PowerPoint Presentation</vt:lpstr>
      <vt:lpstr>PowerPoint Presentation</vt:lpstr>
      <vt:lpstr>agenda</vt:lpstr>
      <vt:lpstr>agenda</vt:lpstr>
      <vt:lpstr>PowerPoint Presentation</vt:lpstr>
      <vt:lpstr>INSERT HEADLINE HERE</vt:lpstr>
      <vt:lpstr>INSERT HEADLINE HERE</vt:lpstr>
      <vt:lpstr>Include your headline here</vt:lpstr>
      <vt:lpstr>Include your headline here</vt:lpstr>
      <vt:lpstr>Include your headline here</vt:lpstr>
      <vt:lpstr>Our capabilities</vt:lpstr>
      <vt:lpstr>WHO WE ARE 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This is the title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PowerPoint Presentation</vt:lpstr>
      <vt:lpstr>INCLUDE YOUR HEADLINE HERE</vt:lpstr>
      <vt:lpstr>Include your headline here</vt:lpstr>
      <vt:lpstr>Include your headline here</vt:lpstr>
      <vt:lpstr>Include your headline here</vt:lpstr>
      <vt:lpstr>Include your headline here</vt:lpstr>
      <vt:lpstr>PowerPoint Presentation</vt:lpstr>
      <vt:lpstr>PowerPoint Presentation</vt:lpstr>
      <vt:lpstr>PowerPoint Presentation</vt:lpstr>
      <vt:lpstr>PowerPoint Presentation</vt:lpstr>
      <vt:lpstr>Include your headline here</vt:lpstr>
      <vt:lpstr>Include your headline here</vt:lpstr>
      <vt:lpstr>Name lastname</vt:lpstr>
      <vt:lpstr>ICONS</vt:lpstr>
      <vt:lpstr>HARVEY BALLS</vt:lpstr>
      <vt:lpstr>WHAT WE DO </vt:lpstr>
      <vt:lpstr>Our capabilities</vt:lpstr>
      <vt:lpstr>introduction</vt:lpstr>
      <vt:lpstr>STRATEGY &amp; ADVISORY  </vt:lpstr>
      <vt:lpstr>THE STUDIO </vt:lpstr>
      <vt:lpstr>ACCELERATION</vt:lpstr>
      <vt:lpstr>DATA &amp; AI</vt:lpstr>
      <vt:lpstr>CLOUD &amp; PRODUCT</vt:lpstr>
      <vt:lpstr>SALESFORCE</vt:lpstr>
      <vt:lpstr>SECURITY &amp; PRIVACY</vt:lpstr>
      <vt:lpstr>PowerPoint Presentation</vt:lpstr>
      <vt:lpstr>TECHNOLOGY PARTNERS</vt:lpstr>
      <vt:lpstr>PowerPoint Presentation</vt:lpstr>
      <vt:lpstr>PowerPoint Presentation</vt:lpstr>
      <vt:lpstr>Developing a Corporate Intranet at a $54M Retailer and Distributor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Lucia Gomez</dc:creator>
  <cp:lastModifiedBy>Chuck Corder</cp:lastModifiedBy>
  <cp:revision>2</cp:revision>
  <dcterms:created xsi:type="dcterms:W3CDTF">2025-03-12T20:39:52Z</dcterms:created>
  <dcterms:modified xsi:type="dcterms:W3CDTF">2026-03-18T03:24:41Z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B879BF79-0E2B-4562-8955-8DC237475806</vt:lpwstr>
  </property>
  <property fmtid="{D5CDD505-2E9C-101B-9397-08002B2CF9AE}" pid="3" name="ArticulatePath">
    <vt:lpwstr>Presentation2</vt:lpwstr>
  </property>
  <property fmtid="{D5CDD505-2E9C-101B-9397-08002B2CF9AE}" pid="4" name="ContentTypeId">
    <vt:lpwstr>0x010100581DA4AB6C0C1945B202278A143A46A8</vt:lpwstr>
  </property>
  <property fmtid="{D5CDD505-2E9C-101B-9397-08002B2CF9AE}" pid="5" name="MSIP_Label_7a908667-6606-4ab9-9a82-38569501aa5d_Enabled">
    <vt:lpwstr>true</vt:lpwstr>
  </property>
  <property fmtid="{D5CDD505-2E9C-101B-9397-08002B2CF9AE}" pid="6" name="MSIP_Label_7a908667-6606-4ab9-9a82-38569501aa5d_SetDate">
    <vt:lpwstr>2024-02-08T13:38:01Z</vt:lpwstr>
  </property>
  <property fmtid="{D5CDD505-2E9C-101B-9397-08002B2CF9AE}" pid="7" name="MSIP_Label_7a908667-6606-4ab9-9a82-38569501aa5d_Method">
    <vt:lpwstr>Standard</vt:lpwstr>
  </property>
  <property fmtid="{D5CDD505-2E9C-101B-9397-08002B2CF9AE}" pid="8" name="MSIP_Label_7a908667-6606-4ab9-9a82-38569501aa5d_Name">
    <vt:lpwstr>defa4170-0d19-0005-0004-bc88714345d2</vt:lpwstr>
  </property>
  <property fmtid="{D5CDD505-2E9C-101B-9397-08002B2CF9AE}" pid="9" name="MSIP_Label_7a908667-6606-4ab9-9a82-38569501aa5d_SiteId">
    <vt:lpwstr>5c572e77-1a4e-4518-b82d-617cad976e5f</vt:lpwstr>
  </property>
  <property fmtid="{D5CDD505-2E9C-101B-9397-08002B2CF9AE}" pid="10" name="MSIP_Label_7a908667-6606-4ab9-9a82-38569501aa5d_ActionId">
    <vt:lpwstr>4a4db89f-21d7-492b-8ee4-c2c0aa176690</vt:lpwstr>
  </property>
  <property fmtid="{D5CDD505-2E9C-101B-9397-08002B2CF9AE}" pid="11" name="MSIP_Label_7a908667-6606-4ab9-9a82-38569501aa5d_ContentBits">
    <vt:lpwstr>0</vt:lpwstr>
  </property>
  <property fmtid="{D5CDD505-2E9C-101B-9397-08002B2CF9AE}" pid="12" name="MediaServiceImageTags">
    <vt:lpwstr/>
  </property>
  <property fmtid="{D5CDD505-2E9C-101B-9397-08002B2CF9AE}" pid="13" name="MSIP_Label_7a908667-6606-4ab9-9a82-38569501aa5d_Tag">
    <vt:lpwstr>10, 3, 0, 2</vt:lpwstr>
  </property>
  <property fmtid="{D5CDD505-2E9C-101B-9397-08002B2CF9AE}" pid="14" name="_ExtendedDescription">
    <vt:lpwstr/>
  </property>
</Properties>
</file>